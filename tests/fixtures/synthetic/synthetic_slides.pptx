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Arrays provide O(1) random access by index.</a:t>
            </a:r>
          </a:p>
          <a:p>
            <a:r>
              <a:t>Linked lists support dynamic resizing with O(1) insertions at the 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Architectures and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Binary Search Trees (BST) maintain sorted order.</a:t>
            </a:r>
          </a:p>
          <a:p>
            <a:r>
              <a:t>Balanced trees like AVL and Red-Black trees guarantee O(log n) search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Tables and Collision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Hash maps resolve collisions via chaining or open addressing with linear probing.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Complexity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Worst Space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QuickSort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O(log n)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MergeSort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